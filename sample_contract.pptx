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Termination by Landlord: The Landlord may terminate this agreement at any time in its sole discretion without cause upon 3 days written notice.</a:t>
            </a:r>
          </a:p>
          <a:p>
            <a:r>
              <a:t>2. Liability Limitation: Tenant liability for damages under this agreement shall be unlimited and not subject to any cap or ceiling.</a:t>
            </a:r>
          </a:p>
          <a:p>
            <a:r>
              <a:t>3. Governing Law: This contract shall be governed by and construed in accordance with the laws of Kerala,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